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onardo.ai/" TargetMode="External"/><Relationship Id="rId2" Type="http://schemas.openxmlformats.org/officeDocument/2006/relationships/hyperlink" Target="https://hammerwatch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pygame/pygame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78460"/>
            <a:ext cx="12192000" cy="2971051"/>
          </a:xfrm>
        </p:spPr>
        <p:txBody>
          <a:bodyPr/>
          <a:lstStyle/>
          <a:p>
            <a:pPr algn="ctr"/>
            <a:r>
              <a:rPr lang="ru-RU" sz="2000" dirty="0">
                <a:latin typeface="Times New Roman"/>
                <a:ea typeface="Times New Roman"/>
                <a:cs typeface="Times New Roman"/>
              </a:rPr>
              <a:t>Проектная работа </a:t>
            </a:r>
            <a:br>
              <a:rPr lang="ru-RU" sz="2000" dirty="0">
                <a:latin typeface="Times New Roman"/>
                <a:ea typeface="Times New Roman"/>
                <a:cs typeface="Times New Roman"/>
              </a:rPr>
            </a:br>
            <a:r>
              <a:rPr lang="ru-RU" sz="2000" dirty="0" smtClean="0">
                <a:latin typeface="Times New Roman"/>
                <a:ea typeface="Times New Roman"/>
                <a:cs typeface="Times New Roman"/>
              </a:rPr>
              <a:t>«МНОГОПОЛЬЗОВАТЕЛЬСКАЯ </a:t>
            </a:r>
            <a:r>
              <a:rPr lang="en-US" sz="2000" dirty="0" smtClean="0">
                <a:latin typeface="Times New Roman"/>
                <a:ea typeface="Times New Roman"/>
                <a:cs typeface="Times New Roman"/>
              </a:rPr>
              <a:t>2D</a:t>
            </a:r>
            <a:r>
              <a:rPr lang="ru-RU" sz="2000" dirty="0" smtClean="0">
                <a:latin typeface="Times New Roman"/>
                <a:ea typeface="Times New Roman"/>
                <a:cs typeface="Times New Roman"/>
              </a:rPr>
              <a:t> ОНЛАЙН ИГРА </a:t>
            </a:r>
            <a:br>
              <a:rPr lang="ru-RU" sz="2000" dirty="0" smtClean="0">
                <a:latin typeface="Times New Roman"/>
                <a:ea typeface="Times New Roman"/>
                <a:cs typeface="Times New Roman"/>
              </a:rPr>
            </a:br>
            <a:r>
              <a:rPr lang="ru-RU" sz="2000" dirty="0" smtClean="0">
                <a:latin typeface="Times New Roman"/>
                <a:ea typeface="Times New Roman"/>
                <a:cs typeface="Times New Roman"/>
              </a:rPr>
              <a:t>С КЛИЕНТ-СЕРВЕРНОЙ АРХИТЕКТУРОЙ</a:t>
            </a:r>
            <a:r>
              <a:rPr lang="ru-RU" sz="2000" dirty="0" smtClean="0">
                <a:latin typeface="Times New Roman"/>
                <a:ea typeface="Times New Roman"/>
                <a:cs typeface="Times New Roman"/>
              </a:rPr>
              <a:t>»</a:t>
            </a:r>
            <a: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/>
            </a:r>
            <a:b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5128878"/>
            <a:ext cx="6096001" cy="434974"/>
          </a:xfrm>
        </p:spPr>
        <p:txBody>
          <a:bodyPr>
            <a:noAutofit/>
          </a:bodyPr>
          <a:lstStyle/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«П» класса ГБОУ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</a:t>
            </a:r>
            <a:r>
              <a:rPr lang="en-US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Леонов Ярослав Александрович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«Б» класса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 Мацнев Илья Антонович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проекта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Учитель информатики ГБОУ школы </a:t>
            </a:r>
            <a:r>
              <a:rPr lang="ru-RU" sz="1200" spc="-10" dirty="0">
                <a:latin typeface="Times New Roman"/>
                <a:ea typeface="Times New Roman"/>
                <a:cs typeface="Times New Roman"/>
              </a:rPr>
              <a:t>№2065 Кирсанов Максим Григорьевич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518511" y="570369"/>
            <a:ext cx="111549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spc="-25" dirty="0">
                <a:latin typeface="Times New Roman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живем в </a:t>
            </a:r>
            <a:r>
              <a:rPr lang="en-US" dirty="0"/>
              <a:t>XXI</a:t>
            </a:r>
            <a:r>
              <a:rPr lang="ru-RU" dirty="0"/>
              <a:t> веке – веке </a:t>
            </a:r>
            <a:r>
              <a:rPr lang="ru-RU" dirty="0" err="1"/>
              <a:t>компьюторных</a:t>
            </a:r>
            <a:r>
              <a:rPr lang="ru-RU" dirty="0"/>
              <a:t>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dirty="0"/>
              <a:t>Python</a:t>
            </a:r>
            <a:r>
              <a:rPr lang="ru-RU" dirty="0"/>
              <a:t>.</a:t>
            </a:r>
          </a:p>
          <a:p>
            <a:r>
              <a:rPr lang="ru-RU" dirty="0"/>
              <a:t>Язык «</a:t>
            </a:r>
            <a:r>
              <a:rPr lang="en-US" dirty="0"/>
              <a:t>Go</a:t>
            </a:r>
            <a:r>
              <a:rPr lang="ru-RU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r>
              <a:rPr lang="ru-RU" dirty="0"/>
              <a:t>Мы разработали игру «</a:t>
            </a:r>
            <a:r>
              <a:rPr lang="en-US" dirty="0"/>
              <a:t>League of adventures</a:t>
            </a:r>
            <a:r>
              <a:rPr lang="ru-RU" dirty="0"/>
              <a:t>» на языках «</a:t>
            </a:r>
            <a:r>
              <a:rPr lang="en-US" dirty="0"/>
              <a:t>python</a:t>
            </a:r>
            <a:r>
              <a:rPr lang="ru-RU" dirty="0"/>
              <a:t>» для клиента и «</a:t>
            </a:r>
            <a:r>
              <a:rPr lang="en-US" dirty="0"/>
              <a:t>Go</a:t>
            </a:r>
            <a:r>
              <a:rPr lang="ru-RU" dirty="0"/>
              <a:t>» для сервера, с использованием </a:t>
            </a:r>
            <a:r>
              <a:rPr lang="en-US" dirty="0"/>
              <a:t>python </a:t>
            </a:r>
            <a:r>
              <a:rPr lang="ru-RU" dirty="0"/>
              <a:t>библиотек «</a:t>
            </a:r>
            <a:r>
              <a:rPr lang="en-US" dirty="0" err="1"/>
              <a:t>pygame</a:t>
            </a:r>
            <a:r>
              <a:rPr lang="ru-RU" dirty="0"/>
              <a:t>», «</a:t>
            </a:r>
            <a:r>
              <a:rPr lang="en-US" dirty="0" err="1"/>
              <a:t>websocket</a:t>
            </a:r>
            <a:r>
              <a:rPr lang="ru-RU" dirty="0"/>
              <a:t>», «</a:t>
            </a:r>
            <a:r>
              <a:rPr lang="en-US" dirty="0" err="1"/>
              <a:t>pytmx</a:t>
            </a:r>
            <a:r>
              <a:rPr lang="ru-RU" dirty="0"/>
              <a:t>»; а также с использованием пользовательской библиотеки </a:t>
            </a:r>
            <a:r>
              <a:rPr lang="en-US" dirty="0" err="1"/>
              <a:t>golang</a:t>
            </a:r>
            <a:r>
              <a:rPr lang="ru-RU" dirty="0"/>
              <a:t> «</a:t>
            </a:r>
            <a:r>
              <a:rPr lang="en-US" dirty="0"/>
              <a:t>gorilla</a:t>
            </a:r>
            <a:r>
              <a:rPr lang="ru-RU" dirty="0"/>
              <a:t>/</a:t>
            </a:r>
            <a:r>
              <a:rPr lang="en-US" dirty="0" err="1"/>
              <a:t>websocket</a:t>
            </a:r>
            <a:r>
              <a:rPr lang="ru-RU" dirty="0"/>
              <a:t>» для соединения сервера с клиентами.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Цель</a:t>
            </a:r>
            <a:r>
              <a:rPr lang="en-US" dirty="0"/>
              <a:t>: </a:t>
            </a:r>
            <a:r>
              <a:rPr lang="ru-RU" dirty="0"/>
              <a:t>Разработать прототип многопользовательской онлайн 2D-игры на «</a:t>
            </a:r>
            <a:r>
              <a:rPr lang="en-US" dirty="0"/>
              <a:t>python</a:t>
            </a:r>
            <a:r>
              <a:rPr lang="ru-RU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b="1" dirty="0"/>
              <a:t>Задачи</a:t>
            </a:r>
            <a:r>
              <a:rPr lang="en-US" dirty="0"/>
              <a:t>: 	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Изучение теоретической литературы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Разработка алгоритма работы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Написание кода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Создание </a:t>
            </a:r>
            <a:r>
              <a:rPr lang="en-US" sz="1800" dirty="0" err="1"/>
              <a:t>tmx</a:t>
            </a:r>
            <a:r>
              <a:rPr lang="en-US" sz="1800" dirty="0"/>
              <a:t>-</a:t>
            </a:r>
            <a:r>
              <a:rPr lang="ru-RU" sz="1800" dirty="0"/>
              <a:t>карты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Генерация картинок в нейронных сетях</a:t>
            </a:r>
            <a:endParaRPr lang="en-US" sz="1800" dirty="0"/>
          </a:p>
          <a:p>
            <a:r>
              <a:rPr lang="ru-RU" b="1" dirty="0"/>
              <a:t>Новизна</a:t>
            </a:r>
            <a:r>
              <a:rPr lang="en-US" dirty="0"/>
              <a:t>: </a:t>
            </a:r>
            <a:r>
              <a:rPr lang="ru-RU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(язык, известный своей эффективностью в конкурентных сетевых задачах)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3636511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Один из аналогов нашего проекта – игра «Hammerwatch» </a:t>
            </a:r>
            <a:r>
              <a:rPr lang="en-US" dirty="0"/>
              <a:t>[1]</a:t>
            </a:r>
            <a:r>
              <a:rPr lang="ru-RU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dirty="0"/>
              <a:t>. </a:t>
            </a:r>
            <a:r>
              <a:rPr lang="ru-RU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5157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Рис. 1 – интерфейс игры «Hammerwatch»</a:t>
            </a:r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 игры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583E016-C172-4FFE-48C6-5021A9E0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736" y="2412623"/>
            <a:ext cx="5676523" cy="36369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447860" y="6024297"/>
            <a:ext cx="5676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Рис. 2 – блок-схема алгоритма работы игры</a:t>
            </a:r>
          </a:p>
        </p:txBody>
      </p:sp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A1C431-2A08-0ED6-C820-4FFD72DB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AD20B9-209A-94A7-C2ED-3D83D47B6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282" y="2380548"/>
            <a:ext cx="4623726" cy="3636511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Програмный код разработан согласно принципам объектно-ориентированного программирования и событийно-ориентированного программирования. В коде игры представлена клиент-серверная архитектура. </a:t>
            </a:r>
          </a:p>
          <a:p>
            <a:r>
              <a:rPr lang="ru-RU" dirty="0"/>
              <a:t>Основной цикл игры предполагает постоянную проверку и обработку событий, таких как нажатие клавиш, клики мыши. Также игровой цикл предполагает обновление состояний, таких как обновление анимации, отправка данных на сервер.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7779" y="2074983"/>
            <a:ext cx="3254219" cy="34641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31191" y="5520186"/>
            <a:ext cx="35442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 smtClean="0"/>
              <a:t>Рис.3 – пример обработки нажатия клавиш «</a:t>
            </a:r>
            <a:r>
              <a:rPr lang="en-US" sz="1500" dirty="0" smtClean="0"/>
              <a:t>t</a:t>
            </a:r>
            <a:r>
              <a:rPr lang="ru-RU" sz="1500" dirty="0" smtClean="0"/>
              <a:t>» и «</a:t>
            </a:r>
            <a:r>
              <a:rPr lang="en-US" sz="1500" dirty="0" smtClean="0"/>
              <a:t>Esc</a:t>
            </a:r>
            <a:r>
              <a:rPr lang="ru-RU" sz="1500" dirty="0" smtClean="0"/>
              <a:t>»</a:t>
            </a:r>
            <a:endParaRPr lang="ru-RU" sz="1500" dirty="0"/>
          </a:p>
        </p:txBody>
      </p:sp>
    </p:spTree>
    <p:extLst>
      <p:ext uri="{BB962C8B-B14F-4D97-AF65-F5344CB8AC3E}">
        <p14:creationId xmlns:p14="http://schemas.microsoft.com/office/powerpoint/2010/main" val="4114159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Структура игры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1174" y="2354172"/>
            <a:ext cx="6083250" cy="3636511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На</a:t>
            </a:r>
            <a:r>
              <a:rPr lang="ru-RU" dirty="0"/>
              <a:t>ш</a:t>
            </a:r>
            <a:r>
              <a:rPr lang="ru-RU" dirty="0" smtClean="0"/>
              <a:t> </a:t>
            </a:r>
            <a:r>
              <a:rPr lang="ru-RU" dirty="0"/>
              <a:t>проект состоит из трех основных компонентов: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Лаунчер. 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Клиент. </a:t>
            </a:r>
          </a:p>
          <a:p>
            <a:pPr lvl="1">
              <a:buFont typeface="+mj-lt"/>
              <a:buAutoNum type="arabicPeriod"/>
            </a:pPr>
            <a:r>
              <a:rPr lang="ru-RU" dirty="0" smtClean="0"/>
              <a:t>Сервер</a:t>
            </a:r>
            <a:endParaRPr lang="en-US" dirty="0" smtClean="0"/>
          </a:p>
          <a:p>
            <a:pPr lvl="1">
              <a:buFont typeface="+mj-lt"/>
              <a:buAutoNum type="arabicPeriod"/>
            </a:pPr>
            <a:endParaRPr lang="ru-RU" dirty="0"/>
          </a:p>
          <a:p>
            <a:r>
              <a:rPr lang="ru-RU" b="1" dirty="0"/>
              <a:t>Лаунчер</a:t>
            </a:r>
            <a:r>
              <a:rPr lang="ru-RU" dirty="0"/>
              <a:t> – это отдельное приложение, которое включает в себя регистрацию и вход с проверкой в базе данных, автоматическую проверку при каждом запуске, загрузку новых версий с прогресс-баром и отображением статуса, безопасную передачу токена авторизации в игру и запуск игры с правильными параметрами подключения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7375" y="2269706"/>
            <a:ext cx="3373979" cy="3252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2646" y="5621351"/>
            <a:ext cx="26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Рис.3 – </a:t>
            </a:r>
            <a:r>
              <a:rPr lang="ru-RU" dirty="0" err="1" smtClean="0"/>
              <a:t>лаунчер</a:t>
            </a:r>
            <a:r>
              <a:rPr lang="ru-RU" dirty="0" smtClean="0"/>
              <a:t> игры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8982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629692"/>
            <a:ext cx="5627355" cy="3636511"/>
          </a:xfrm>
        </p:spPr>
        <p:txBody>
          <a:bodyPr/>
          <a:lstStyle/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15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endParaRPr lang="ru-RU" sz="1500" dirty="0">
              <a:latin typeface="Century Gothic (Основной текст)"/>
            </a:endParaRPr>
          </a:p>
          <a:p>
            <a:endParaRPr lang="ru-RU" sz="1400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93386" y="3815154"/>
            <a:ext cx="36183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203072" y="6140644"/>
            <a:ext cx="3608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тёмной теме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dirty="0">
                <a:latin typeface="Century Gothic (Основной текст)"/>
              </a:rPr>
              <a:t>d</a:t>
            </a:r>
            <a:r>
              <a:rPr lang="ru-RU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</a:t>
            </a:r>
            <a:r>
              <a:rPr lang="ru-RU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.</a:t>
            </a:r>
            <a:endParaRPr lang="en-US" dirty="0" smtClean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QR-</a:t>
            </a:r>
            <a:r>
              <a:rPr lang="ru-RU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код на репозиторий </a:t>
            </a:r>
            <a:r>
              <a:rPr lang="en-US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Github:</a:t>
            </a:r>
            <a:endParaRPr lang="ru-RU" dirty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5431" y="4515192"/>
            <a:ext cx="1858108" cy="185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359" y="1706240"/>
            <a:ext cx="10554574" cy="3636511"/>
          </a:xfrm>
        </p:spPr>
        <p:txBody>
          <a:bodyPr/>
          <a:lstStyle/>
          <a:p>
            <a:r>
              <a:rPr lang="ru-RU" dirty="0"/>
              <a:t>В будущем планируется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/>
              <a:t>Hammerwatch 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– URL:</a:t>
            </a:r>
            <a:r>
              <a:rPr lang="en-US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ea typeface="Times New Roman"/>
                <a:cs typeface="Times New Roman"/>
                <a:hlinkClick r:id="rId2"/>
              </a:rPr>
              <a:t>https://hammerwatch.com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AI Image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Generator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3"/>
              </a:rPr>
              <a:t>https://leonardo.ai</a:t>
            </a:r>
            <a:endParaRPr lang="en-US" u="sng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 err="1">
                <a:latin typeface="Times New Roman"/>
                <a:ea typeface="Times New Roman"/>
                <a:cs typeface="Times New Roman"/>
              </a:rPr>
              <a:t>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Github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4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https://github.com/pygame/pygame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Капитализация игровых издателей и компаний – URL: </a:t>
            </a:r>
            <a:r>
              <a:rPr lang="ru-RU" u="sng" dirty="0">
                <a:latin typeface="Times New Roman"/>
                <a:ea typeface="Times New Roman"/>
                <a:cs typeface="Times New Roman"/>
              </a:rPr>
              <a:t>https://companiesmarketcap.com/video-games/largest-video-game-companies-by-market-cap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85</TotalTime>
  <Words>773</Words>
  <Application>Microsoft Office PowerPoint</Application>
  <PresentationFormat>Широкоэкранный</PresentationFormat>
  <Paragraphs>58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Century Gothic</vt:lpstr>
      <vt:lpstr>Century Gothic (Основной текст)</vt:lpstr>
      <vt:lpstr>Times New Roman</vt:lpstr>
      <vt:lpstr>Wingdings 2</vt:lpstr>
      <vt:lpstr>Цитаты</vt:lpstr>
      <vt:lpstr>Проектная работа  «МНОГОПОЛЬЗОВАТЕЛЬСКАЯ 2D ОНЛАЙН ИГРА  С КЛИЕНТ-СЕРВЕРНОЙ АРХИТЕКТУРОЙ» </vt:lpstr>
      <vt:lpstr>Введение и актуальность проектной работы</vt:lpstr>
      <vt:lpstr>Новизна, цель и задачи проектной работы</vt:lpstr>
      <vt:lpstr>Обзор существующих аналогов</vt:lpstr>
      <vt:lpstr>Алгоритм работы игры</vt:lpstr>
      <vt:lpstr>Принцип работы кода</vt:lpstr>
      <vt:lpstr>Структура игры</vt:lpstr>
      <vt:lpstr>Мир и графика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Проектная работа  «ТЕКСТОВЫЙ КВЕСТ НА ЯЗЫКЕ ПРОГРАММИРОВАНИЯ PYTHON С ИСПОЛЬЗОВАНИЕМ ВНЕШНЕЙ БИБЛИОТЕКИ PYGAME» </dc:title>
  <dc:creator>bobtre FreeZoN</dc:creator>
  <cp:lastModifiedBy>student</cp:lastModifiedBy>
  <cp:revision>7</cp:revision>
  <dcterms:created xsi:type="dcterms:W3CDTF">2026-01-10T12:43:09Z</dcterms:created>
  <dcterms:modified xsi:type="dcterms:W3CDTF">2026-01-19T06:53:44Z</dcterms:modified>
</cp:coreProperties>
</file>