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EE8C5-8279-4FDE-9148-3B4506582D84}" type="datetimeFigureOut">
              <a:rPr lang="ru-RU" smtClean="0"/>
              <a:t>02.02.2026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71110-C687-4687-BF9B-535760648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48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35548-4F83-49B2-A7AB-D4843DB60E91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41A9C-C627-432A-8B05-89A034F6D7B4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2CFD5-3E28-4018-BF22-1FA4E14B1436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37B97-1415-49CB-8880-C6D78B24423E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A7B65-7FFB-44F4-8764-3CE8F30DAE89}" type="datetime1">
              <a:rPr lang="ru-RU" smtClean="0"/>
              <a:t>02.02.2026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790E-27A4-447C-AEBC-BE2C20AE3D18}" type="datetime1">
              <a:rPr lang="ru-RU" smtClean="0"/>
              <a:t>02.02.2026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67333-94A1-4AB1-A98D-E391A09FA504}" type="datetime1">
              <a:rPr lang="ru-RU" smtClean="0"/>
              <a:t>02.02.2026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A8D224-4AB8-49FF-9C9F-8AA46DFC38A0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68858ADD-0B0F-49D7-9B32-E2636E38013B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6D536-2DD5-4C39-9454-AB46C95E6941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862DE-A2C3-4049-9C1A-6A2A9B79ACD8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64567-3522-49E2-9063-427B29A8CE0A}" type="datetime1">
              <a:rPr lang="ru-RU" smtClean="0"/>
              <a:t>02.02.2026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C36C-D19A-4863-B956-E4E02F4FE93B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F712A-670B-4ABE-A1BD-33F99A97D204}" type="datetime1">
              <a:rPr lang="ru-RU" smtClean="0"/>
              <a:t>02.02.2026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45820E88-D671-4A9E-80AE-8C841FC0CFB6}" type="datetime1">
              <a:rPr lang="ru-RU" smtClean="0"/>
              <a:t>02.02.2026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onardo.ai/" TargetMode="External"/><Relationship Id="rId2" Type="http://schemas.openxmlformats.org/officeDocument/2006/relationships/hyperlink" Target="https://hammer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ygame/pygame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r>
              <a:rPr lang="ru-RU" sz="2000" dirty="0">
                <a:latin typeface="Times New Roman"/>
                <a:ea typeface="Times New Roman"/>
                <a:cs typeface="Times New Roman"/>
              </a:rPr>
              <a:t/>
            </a:r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 smtClean="0">
                <a:latin typeface="Times New Roman"/>
                <a:ea typeface="Times New Roman"/>
                <a:cs typeface="Times New Roman"/>
              </a:rPr>
              <a:t>2D</a:t>
            </a: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 ОНЛАЙН ИГРА </a:t>
            </a:r>
            <a:br>
              <a:rPr lang="ru-RU" sz="2000" dirty="0" smtClean="0">
                <a:latin typeface="Times New Roman"/>
                <a:ea typeface="Times New Roman"/>
                <a:cs typeface="Times New Roman"/>
              </a:rPr>
            </a:br>
            <a:r>
              <a:rPr lang="ru-RU" sz="2000" dirty="0" smtClean="0">
                <a:latin typeface="Times New Roman"/>
                <a:ea typeface="Times New Roman"/>
                <a:cs typeface="Times New Roman"/>
              </a:rPr>
              <a:t>С КЛИЕНТ-СЕРВЕРНОЙ АРХИТЕКТУРОЙ»</a:t>
            </a:r>
            <a: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/>
            </a:r>
            <a:b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128878"/>
            <a:ext cx="6096001" cy="434974"/>
          </a:xfrm>
        </p:spPr>
        <p:txBody>
          <a:bodyPr>
            <a:noAutofit/>
          </a:bodyPr>
          <a:lstStyle/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«П» класса ГБОУ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</a:t>
            </a:r>
            <a:r>
              <a:rPr lang="en-US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Леонов Ярослав Александрович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«Б» класса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 Мацнев Илья Антонович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 информатики ГБОУ школы </a:t>
            </a:r>
            <a:r>
              <a:rPr lang="ru-RU" sz="1200" spc="-10" dirty="0">
                <a:latin typeface="Times New Roman"/>
                <a:ea typeface="Times New Roman"/>
                <a:cs typeface="Times New Roman"/>
              </a:rPr>
              <a:t>№2065 Кирсанов Максим Григорьевич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518511" y="570369"/>
            <a:ext cx="11154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spc="-25" dirty="0">
                <a:latin typeface="Times New Roman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живем в </a:t>
            </a:r>
            <a:r>
              <a:rPr lang="en-US" dirty="0"/>
              <a:t>XXI</a:t>
            </a:r>
            <a:r>
              <a:rPr lang="ru-RU" dirty="0"/>
              <a:t> веке – веке </a:t>
            </a:r>
            <a:r>
              <a:rPr lang="ru-RU" dirty="0" err="1"/>
              <a:t>компьюторных</a:t>
            </a:r>
            <a:r>
              <a:rPr lang="ru-RU" dirty="0"/>
              <a:t>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dirty="0"/>
              <a:t>Python</a:t>
            </a:r>
            <a:r>
              <a:rPr lang="ru-RU" dirty="0"/>
              <a:t>.</a:t>
            </a:r>
          </a:p>
          <a:p>
            <a:r>
              <a:rPr lang="ru-RU" dirty="0"/>
              <a:t>Язык «</a:t>
            </a:r>
            <a:r>
              <a:rPr lang="en-US" dirty="0"/>
              <a:t>Go</a:t>
            </a:r>
            <a:r>
              <a:rPr lang="ru-RU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r>
              <a:rPr lang="ru-RU" dirty="0"/>
              <a:t>Мы разработали игру «</a:t>
            </a:r>
            <a:r>
              <a:rPr lang="en-US" dirty="0"/>
              <a:t>League of adventures</a:t>
            </a:r>
            <a:r>
              <a:rPr lang="ru-RU" dirty="0"/>
              <a:t>» на языках «</a:t>
            </a:r>
            <a:r>
              <a:rPr lang="en-US" dirty="0"/>
              <a:t>python</a:t>
            </a:r>
            <a:r>
              <a:rPr lang="ru-RU" dirty="0"/>
              <a:t>» для клиента и «</a:t>
            </a:r>
            <a:r>
              <a:rPr lang="en-US" dirty="0"/>
              <a:t>Go</a:t>
            </a:r>
            <a:r>
              <a:rPr lang="ru-RU" dirty="0"/>
              <a:t>» для сервера, с использованием </a:t>
            </a:r>
            <a:r>
              <a:rPr lang="en-US" dirty="0"/>
              <a:t>python </a:t>
            </a:r>
            <a:r>
              <a:rPr lang="ru-RU" dirty="0"/>
              <a:t>библиотек «</a:t>
            </a:r>
            <a:r>
              <a:rPr lang="en-US" dirty="0" err="1"/>
              <a:t>pygame</a:t>
            </a:r>
            <a:r>
              <a:rPr lang="ru-RU" dirty="0"/>
              <a:t>», «</a:t>
            </a:r>
            <a:r>
              <a:rPr lang="en-US" dirty="0" err="1"/>
              <a:t>websocket</a:t>
            </a:r>
            <a:r>
              <a:rPr lang="ru-RU" dirty="0"/>
              <a:t>», «</a:t>
            </a:r>
            <a:r>
              <a:rPr lang="en-US" dirty="0" err="1"/>
              <a:t>pytmx</a:t>
            </a:r>
            <a:r>
              <a:rPr lang="ru-RU" dirty="0"/>
              <a:t>»; а также с использованием пользовательской библиотеки </a:t>
            </a:r>
            <a:r>
              <a:rPr lang="en-US" dirty="0" err="1"/>
              <a:t>golang</a:t>
            </a:r>
            <a:r>
              <a:rPr lang="ru-RU" dirty="0"/>
              <a:t> «</a:t>
            </a:r>
            <a:r>
              <a:rPr lang="en-US" dirty="0"/>
              <a:t>gorilla</a:t>
            </a:r>
            <a:r>
              <a:rPr lang="ru-RU" dirty="0"/>
              <a:t>/</a:t>
            </a:r>
            <a:r>
              <a:rPr lang="en-US" dirty="0" err="1"/>
              <a:t>websocket</a:t>
            </a:r>
            <a:r>
              <a:rPr lang="ru-RU" dirty="0"/>
              <a:t>» для соединения сервера с клиентами.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</a:t>
            </a:r>
            <a:r>
              <a:rPr lang="en-US" dirty="0"/>
              <a:t>: </a:t>
            </a:r>
            <a:r>
              <a:rPr lang="ru-RU" dirty="0"/>
              <a:t>Разработать прототип многопользовательской онлайн 2D-игры на «</a:t>
            </a:r>
            <a:r>
              <a:rPr lang="en-US" dirty="0"/>
              <a:t>python</a:t>
            </a:r>
            <a:r>
              <a:rPr lang="ru-RU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b="1" dirty="0"/>
              <a:t>Задачи</a:t>
            </a:r>
            <a:r>
              <a:rPr lang="en-US" dirty="0"/>
              <a:t>: 	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Изучение теоретической литературы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Разработка алгоритма работы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Написание кода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en-US" sz="1800" dirty="0" err="1"/>
              <a:t>tmx</a:t>
            </a:r>
            <a:r>
              <a:rPr lang="en-US" sz="1800" dirty="0"/>
              <a:t>-</a:t>
            </a:r>
            <a:r>
              <a:rPr lang="ru-RU" sz="1800" dirty="0"/>
              <a:t>карты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Генерация картинок в нейронных сетях</a:t>
            </a:r>
            <a:endParaRPr lang="en-US" sz="1800" dirty="0"/>
          </a:p>
          <a:p>
            <a:r>
              <a:rPr lang="ru-RU" b="1" dirty="0"/>
              <a:t>Новизна</a:t>
            </a:r>
            <a:r>
              <a:rPr lang="en-US" dirty="0"/>
              <a:t>: </a:t>
            </a:r>
            <a:r>
              <a:rPr lang="ru-RU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(язык, известный своей эффективностью в конкурентных сетевых задачах)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36365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Один из аналогов нашего проекта – игра «Hammerwatch» </a:t>
            </a:r>
            <a:r>
              <a:rPr lang="en-US" dirty="0"/>
              <a:t>[1]</a:t>
            </a:r>
            <a:r>
              <a:rPr lang="ru-RU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dirty="0"/>
              <a:t>. </a:t>
            </a:r>
            <a:r>
              <a:rPr lang="ru-RU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5157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 1 – интерфейс игры «Hammerwatch»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447860" y="6024297"/>
            <a:ext cx="5676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Рис. 2 – блок-схема алгоритма работы игры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282" y="2380548"/>
            <a:ext cx="4623726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r>
              <a:rPr lang="ru-RU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7779" y="2074983"/>
            <a:ext cx="3254219" cy="34641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31191" y="5520186"/>
            <a:ext cx="35442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 smtClean="0"/>
              <a:t>Рис.3 – пример обработки нажатия клавиш «</a:t>
            </a:r>
            <a:r>
              <a:rPr lang="en-US" sz="1500" dirty="0" smtClean="0"/>
              <a:t>t</a:t>
            </a:r>
            <a:r>
              <a:rPr lang="ru-RU" sz="1500" dirty="0" smtClean="0"/>
              <a:t>» и «</a:t>
            </a:r>
            <a:r>
              <a:rPr lang="en-US" sz="1500" dirty="0" smtClean="0"/>
              <a:t>Esc</a:t>
            </a:r>
            <a:r>
              <a:rPr lang="ru-RU" sz="1500" dirty="0" smtClean="0"/>
              <a:t>»</a:t>
            </a:r>
            <a:endParaRPr lang="ru-RU" sz="1500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4" y="2354172"/>
            <a:ext cx="6083250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На</a:t>
            </a:r>
            <a:r>
              <a:rPr lang="ru-RU" dirty="0"/>
              <a:t>ш</a:t>
            </a:r>
            <a:r>
              <a:rPr lang="ru-RU" dirty="0" smtClean="0"/>
              <a:t> </a:t>
            </a:r>
            <a:r>
              <a:rPr lang="ru-RU" dirty="0"/>
              <a:t>проект состоит из трех основных компонентов: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Лаунчер. 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Клиент. </a:t>
            </a:r>
          </a:p>
          <a:p>
            <a:pPr lvl="1">
              <a:buFont typeface="+mj-lt"/>
              <a:buAutoNum type="arabicPeriod"/>
            </a:pPr>
            <a:r>
              <a:rPr lang="ru-RU" dirty="0" smtClean="0"/>
              <a:t>Сервер</a:t>
            </a:r>
            <a:endParaRPr lang="en-US" dirty="0" smtClean="0"/>
          </a:p>
          <a:p>
            <a:pPr lvl="1">
              <a:buFont typeface="+mj-lt"/>
              <a:buAutoNum type="arabicPeriod"/>
            </a:pPr>
            <a:endParaRPr lang="ru-RU" dirty="0"/>
          </a:p>
          <a:p>
            <a:r>
              <a:rPr lang="ru-RU" b="1" dirty="0"/>
              <a:t>Лаунчер</a:t>
            </a:r>
            <a:r>
              <a:rPr lang="ru-RU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7375" y="2269706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2646" y="5621351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Рис.3 – </a:t>
            </a:r>
            <a:r>
              <a:rPr lang="ru-RU" dirty="0" err="1" smtClean="0"/>
              <a:t>лаунчер</a:t>
            </a:r>
            <a:r>
              <a:rPr lang="ru-RU" dirty="0" smtClean="0"/>
              <a:t> игры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629692"/>
            <a:ext cx="5627355" cy="3636511"/>
          </a:xfrm>
        </p:spPr>
        <p:txBody>
          <a:bodyPr/>
          <a:lstStyle/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15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endParaRPr lang="ru-RU" sz="1500" dirty="0">
              <a:latin typeface="Century Gothic (Основной текст)"/>
            </a:endParaRPr>
          </a:p>
          <a:p>
            <a:endParaRPr lang="ru-RU" sz="1400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93386" y="3815154"/>
            <a:ext cx="36183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203072" y="6140644"/>
            <a:ext cx="3608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тёмной теме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dirty="0">
                <a:latin typeface="Century Gothic (Основной текст)"/>
              </a:rPr>
              <a:t>d</a:t>
            </a:r>
            <a:r>
              <a:rPr lang="ru-RU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</a:t>
            </a:r>
            <a:r>
              <a:rPr lang="ru-RU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.</a:t>
            </a:r>
            <a:endParaRPr lang="en-US" dirty="0" smtClean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Github:</a:t>
            </a:r>
            <a:endParaRPr lang="ru-RU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431" y="4515192"/>
            <a:ext cx="1858108" cy="185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59" y="1706240"/>
            <a:ext cx="10554574" cy="3636511"/>
          </a:xfrm>
        </p:spPr>
        <p:txBody>
          <a:bodyPr/>
          <a:lstStyle/>
          <a:p>
            <a:r>
              <a:rPr lang="ru-RU" dirty="0"/>
              <a:t>В будущем планируется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/>
              <a:t>Hammerwatch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– URL:</a:t>
            </a:r>
            <a:r>
              <a:rPr lang="en-US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ea typeface="Times New Roman"/>
                <a:cs typeface="Times New Roman"/>
                <a:hlinkClick r:id="rId2"/>
              </a:rPr>
              <a:t>https://hammerwatch.com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AI Image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Generator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3"/>
              </a:rPr>
              <a:t>https://leonardo.ai</a:t>
            </a:r>
            <a:endParaRPr lang="en-US" u="sng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 err="1">
                <a:latin typeface="Times New Roman"/>
                <a:ea typeface="Times New Roman"/>
                <a:cs typeface="Times New Roman"/>
              </a:rPr>
              <a:t>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Github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4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https://github.com/pygame/pygame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Капитализация игровых издателей и компаний – URL: </a:t>
            </a:r>
            <a:r>
              <a:rPr lang="ru-RU" u="sng" dirty="0">
                <a:latin typeface="Times New Roman"/>
                <a:ea typeface="Times New Roman"/>
                <a:cs typeface="Times New Roman"/>
              </a:rPr>
              <a:t>https://companiesmarketcap.com/video-games/largest-video-game-companies-by-market-cap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109</TotalTime>
  <Words>782</Words>
  <Application>Microsoft Office PowerPoint</Application>
  <PresentationFormat>Широкоэкранный</PresentationFormat>
  <Paragraphs>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Calibri</vt:lpstr>
      <vt:lpstr>Century Gothic</vt:lpstr>
      <vt:lpstr>Century Gothic (Основной текст)</vt:lpstr>
      <vt:lpstr>Times New Roman</vt:lpstr>
      <vt:lpstr>Wingdings 2</vt:lpstr>
      <vt:lpstr>Цитаты</vt:lpstr>
      <vt:lpstr>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 </dc:title>
  <dc:creator>bobtre FreeZoN</dc:creator>
  <cp:lastModifiedBy>student</cp:lastModifiedBy>
  <cp:revision>9</cp:revision>
  <dcterms:created xsi:type="dcterms:W3CDTF">2026-01-10T12:43:09Z</dcterms:created>
  <dcterms:modified xsi:type="dcterms:W3CDTF">2026-02-02T08:57:51Z</dcterms:modified>
</cp:coreProperties>
</file>