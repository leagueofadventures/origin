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7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EE8C5-8279-4FDE-9148-3B4506582D84}" type="datetimeFigureOut">
              <a:rPr lang="ru-RU" smtClean="0"/>
              <a:t>09.02.2026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71110-C687-4687-BF9B-535760648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48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71F59-3127-4757-A63A-AAB453B67D83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19F9-E340-4266-92B8-0820BB4259F5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39EB-F31E-489C-A97F-AD7A520CADD5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89BA9-C26A-4551-80E0-738107A0FE50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EC683-CB3C-459D-988E-2160472BA884}" type="datetime1">
              <a:rPr lang="ru-RU" smtClean="0"/>
              <a:t>09.02.2026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DD521-DB26-41F6-8483-AB657A6A1D0C}" type="datetime1">
              <a:rPr lang="ru-RU" smtClean="0"/>
              <a:t>09.02.2026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69DD3-FE8B-4E72-8CFE-001708E2FC7C}" type="datetime1">
              <a:rPr lang="ru-RU" smtClean="0"/>
              <a:t>09.02.2026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A1B83-B00F-4940-948F-88023B3496AC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3778F88-6CFF-4336-92E6-6A88814EC16D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2CCC3-2E42-4729-9532-228BA3D72016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E8B74-8830-4018-A6A2-B009605D144E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12CA4-A079-4CC4-AF6B-41932A245552}" type="datetime1">
              <a:rPr lang="ru-RU" smtClean="0"/>
              <a:t>09.02.2026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B7C4D-59D2-4729-9DB2-888AB4EC15B6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F9B7E-56FA-4D28-B297-B10CA72DE6E6}" type="datetime1">
              <a:rPr lang="ru-RU" smtClean="0"/>
              <a:t>09.02.2026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FF1D0BE-CB2B-4848-82CD-7E9512932073}" type="datetime1">
              <a:rPr lang="ru-RU" smtClean="0"/>
              <a:t>09.02.2026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game.org/" TargetMode="External"/><Relationship Id="rId2" Type="http://schemas.openxmlformats.org/officeDocument/2006/relationships/hyperlink" Target="https://leonardo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ga.chat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6087" y="548322"/>
            <a:ext cx="12192000" cy="2971051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>
                <a:ea typeface="Times New Roman"/>
                <a:cs typeface="Times New Roman"/>
              </a:rPr>
              <a:t>2D</a:t>
            </a:r>
            <a:r>
              <a:rPr lang="ru-RU" sz="2000" dirty="0">
                <a:ea typeface="Times New Roman"/>
                <a:cs typeface="Times New Roman"/>
              </a:rPr>
              <a:t> ОНЛАЙН ИГРА </a:t>
            </a: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С КЛИЕНТ-СЕРВЕРНОЙ АРХИТЕКТУРОЙ»</a:t>
            </a:r>
            <a:br>
              <a:rPr lang="ru-RU" spc="-10" dirty="0">
                <a:solidFill>
                  <a:schemeClr val="tx1"/>
                </a:solidFill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666" y="4813430"/>
            <a:ext cx="6818334" cy="22554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Участники: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«П»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№2065</a:t>
            </a:r>
            <a:r>
              <a:rPr lang="en-US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Леонов Ярослав Александрович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«Б»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Мацнев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Илья Антонович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Руководители: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Кирсанов Максим Григорьевич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Амбеталь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Андрей Игоревич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2247103" y="548322"/>
            <a:ext cx="74856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spc="-25" dirty="0">
                <a:latin typeface="+mj-lt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999" y="2317066"/>
            <a:ext cx="11207999" cy="3985259"/>
          </a:xfrm>
        </p:spPr>
        <p:txBody>
          <a:bodyPr>
            <a:noAutofit/>
          </a:bodyPr>
          <a:lstStyle/>
          <a:p>
            <a:pPr algn="just">
              <a:lnSpc>
                <a:spcPct val="130000"/>
              </a:lnSpc>
            </a:pPr>
            <a:r>
              <a:rPr lang="ru-RU" sz="2000" dirty="0"/>
              <a:t>Мы живем в </a:t>
            </a:r>
            <a:r>
              <a:rPr lang="en-US" sz="2000" dirty="0"/>
              <a:t>XXI</a:t>
            </a:r>
            <a:r>
              <a:rPr lang="ru-RU" sz="2000" dirty="0"/>
              <a:t> веке – веке компьютерных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sz="2000" dirty="0"/>
              <a:t>Python</a:t>
            </a:r>
            <a:r>
              <a:rPr lang="ru-RU" sz="2000" dirty="0"/>
              <a:t>.</a:t>
            </a:r>
          </a:p>
          <a:p>
            <a:pPr algn="just">
              <a:lnSpc>
                <a:spcPct val="130000"/>
              </a:lnSpc>
            </a:pPr>
            <a:r>
              <a:rPr lang="ru-RU" sz="2000" dirty="0"/>
              <a:t>Язык «</a:t>
            </a:r>
            <a:r>
              <a:rPr lang="en-US" sz="2000" dirty="0"/>
              <a:t>Go</a:t>
            </a:r>
            <a:r>
              <a:rPr lang="ru-RU" sz="2000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pPr algn="just">
              <a:lnSpc>
                <a:spcPct val="130000"/>
              </a:lnSpc>
            </a:pPr>
            <a:r>
              <a:rPr lang="ru-RU" sz="2000" dirty="0"/>
              <a:t>Мы разработали игру «</a:t>
            </a:r>
            <a:r>
              <a:rPr lang="en-US" sz="2000" dirty="0"/>
              <a:t>League of adventures</a:t>
            </a:r>
            <a:r>
              <a:rPr lang="ru-RU" sz="2000" dirty="0"/>
              <a:t>» на языках «</a:t>
            </a:r>
            <a:r>
              <a:rPr lang="en-US" sz="2000" dirty="0"/>
              <a:t>python</a:t>
            </a:r>
            <a:r>
              <a:rPr lang="ru-RU" sz="2000" dirty="0"/>
              <a:t>» для клиента и «</a:t>
            </a:r>
            <a:r>
              <a:rPr lang="en-US" sz="2000" dirty="0"/>
              <a:t>Go</a:t>
            </a:r>
            <a:r>
              <a:rPr lang="ru-RU" sz="2000" dirty="0"/>
              <a:t>» для сервера, с использованием </a:t>
            </a:r>
            <a:r>
              <a:rPr lang="en-US" sz="2000" dirty="0"/>
              <a:t>python </a:t>
            </a:r>
            <a:r>
              <a:rPr lang="ru-RU" sz="2000" dirty="0"/>
              <a:t>библиотек «</a:t>
            </a:r>
            <a:r>
              <a:rPr lang="en-US" sz="2000" dirty="0" err="1"/>
              <a:t>pygame</a:t>
            </a:r>
            <a:r>
              <a:rPr lang="ru-RU" sz="2000" dirty="0"/>
              <a:t>», «</a:t>
            </a:r>
            <a:r>
              <a:rPr lang="en-US" sz="2000" dirty="0" err="1"/>
              <a:t>websocket</a:t>
            </a:r>
            <a:r>
              <a:rPr lang="ru-RU" sz="2000" dirty="0"/>
              <a:t>», «</a:t>
            </a:r>
            <a:r>
              <a:rPr lang="en-US" sz="2000" dirty="0" err="1"/>
              <a:t>pytmx</a:t>
            </a:r>
            <a:r>
              <a:rPr lang="ru-RU" sz="2000" dirty="0"/>
              <a:t>»; а также с использованием пользовательской библиотеки </a:t>
            </a:r>
            <a:r>
              <a:rPr lang="en-US" sz="2000" dirty="0" err="1"/>
              <a:t>golang</a:t>
            </a:r>
            <a:r>
              <a:rPr lang="ru-RU" sz="2000" dirty="0"/>
              <a:t> «</a:t>
            </a:r>
            <a:r>
              <a:rPr lang="en-US" sz="2000" dirty="0"/>
              <a:t>gorilla</a:t>
            </a:r>
            <a:r>
              <a:rPr lang="ru-RU" sz="2000" dirty="0"/>
              <a:t>/</a:t>
            </a:r>
            <a:r>
              <a:rPr lang="en-US" sz="2000" dirty="0" err="1"/>
              <a:t>websocket</a:t>
            </a:r>
            <a:r>
              <a:rPr lang="ru-RU" sz="2000" dirty="0"/>
              <a:t>» для соединения сервера с клиентами.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4141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422719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Один из аналогов нашего проекта – игра «Hammerwatch» </a:t>
            </a:r>
            <a:r>
              <a:rPr lang="en-US" sz="2000" dirty="0"/>
              <a:t>[1]</a:t>
            </a:r>
            <a:r>
              <a:rPr lang="ru-RU" sz="2000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sz="2000" dirty="0"/>
              <a:t>. </a:t>
            </a:r>
            <a:r>
              <a:rPr lang="ru-RU" sz="2000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4897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Рисунок 1 – интерфейс игры «Hammerwatch»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Алгоритм работы игры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206664" y="6024297"/>
            <a:ext cx="5843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2 – блок-схема алгоритма работы игры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6</a:t>
            </a:fld>
            <a:endParaRPr lang="ru-RU"/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66EF762-A5B5-679D-A349-22623475E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77E8D60-A3F0-2DDF-C147-26262202B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2503" y="2222287"/>
            <a:ext cx="5805520" cy="38020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0729" y="2380548"/>
            <a:ext cx="6200383" cy="4139249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pPr algn="just"/>
            <a:r>
              <a:rPr lang="ru-RU" sz="2000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2505" y="2162472"/>
            <a:ext cx="3572822" cy="38033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12505" y="5965799"/>
            <a:ext cx="39694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3 – пример обработки нажатия клавиш «</a:t>
            </a:r>
            <a:r>
              <a:rPr lang="en-US" sz="1600" dirty="0"/>
              <a:t>t</a:t>
            </a:r>
            <a:r>
              <a:rPr lang="ru-RU" sz="1600" dirty="0"/>
              <a:t>» и «</a:t>
            </a:r>
            <a:r>
              <a:rPr lang="en-US" sz="1600" dirty="0"/>
              <a:t>Esc</a:t>
            </a:r>
            <a:r>
              <a:rPr lang="ru-RU" sz="1600" dirty="0"/>
              <a:t>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Структура игры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3" y="2354172"/>
            <a:ext cx="7362229" cy="4109258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Наш проект состоит из трех основных компонентов: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 err="1"/>
              <a:t>Лаунчер</a:t>
            </a:r>
            <a:r>
              <a:rPr lang="ru-RU" sz="2000" dirty="0"/>
              <a:t>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Клиент;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Сервер.</a:t>
            </a:r>
          </a:p>
          <a:p>
            <a:pPr algn="just"/>
            <a:r>
              <a:rPr lang="ru-RU" sz="2000" b="1" dirty="0"/>
              <a:t>Лаунчер</a:t>
            </a:r>
            <a:r>
              <a:rPr lang="ru-RU" sz="2000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840" y="2520227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61841" y="5861791"/>
            <a:ext cx="35201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4 – </a:t>
            </a:r>
            <a:r>
              <a:rPr lang="ru-RU" sz="1600" dirty="0" err="1"/>
              <a:t>лаунчер</a:t>
            </a:r>
            <a:r>
              <a:rPr lang="ru-RU" sz="1600" dirty="0"/>
              <a:t> игры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843408"/>
            <a:ext cx="7481580" cy="3870543"/>
          </a:xfrm>
        </p:spPr>
        <p:txBody>
          <a:bodyPr>
            <a:noAutofit/>
          </a:bodyPr>
          <a:lstStyle/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20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ru-RU" sz="2000" dirty="0">
              <a:latin typeface="Century Gothic (Основной текст)"/>
            </a:endParaRPr>
          </a:p>
          <a:p>
            <a:pPr algn="just"/>
            <a:endParaRPr lang="ru-RU" sz="2000" dirty="0"/>
          </a:p>
          <a:p>
            <a:pPr algn="just"/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29392" y="3815154"/>
            <a:ext cx="39143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5 – пейзаж из мира игры 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129392" y="6140644"/>
            <a:ext cx="36823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6 – пейзаж из мира игры </a:t>
            </a:r>
          </a:p>
          <a:p>
            <a:r>
              <a:rPr lang="ru-RU" sz="1600" dirty="0"/>
              <a:t>в тёмной 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49597" y="6140644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512" y="2198318"/>
            <a:ext cx="7229261" cy="4020855"/>
          </a:xfrm>
        </p:spPr>
        <p:txBody>
          <a:bodyPr>
            <a:normAutofit/>
          </a:bodyPr>
          <a:lstStyle/>
          <a:p>
            <a:pPr algn="just"/>
            <a:r>
              <a:rPr lang="ru-RU" sz="2000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sz="2000" dirty="0">
                <a:latin typeface="Century Gothic (Основной текст)"/>
              </a:rPr>
              <a:t>d</a:t>
            </a:r>
            <a:r>
              <a:rPr lang="ru-RU" sz="2000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  <a:endParaRPr lang="en-US" sz="2000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066" y="2479852"/>
            <a:ext cx="2173265" cy="21732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10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EB7E5A-0F0F-421F-959F-0F3545411928}"/>
              </a:ext>
            </a:extLst>
          </p:cNvPr>
          <p:cNvSpPr txBox="1"/>
          <p:nvPr/>
        </p:nvSpPr>
        <p:spPr>
          <a:xfrm>
            <a:off x="8386175" y="4856303"/>
            <a:ext cx="2542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7 – </a:t>
            </a:r>
            <a:r>
              <a:rPr lang="en-US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sz="1600" dirty="0" err="1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</a:t>
            </a:r>
            <a:r>
              <a:rPr lang="ru-RU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833" y="2125862"/>
            <a:ext cx="10554574" cy="36365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В будущем планируем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sz="2000" b="1" dirty="0"/>
              <a:t>Leonardo.ai</a:t>
            </a:r>
            <a:r>
              <a:rPr lang="ru-RU" sz="2000" dirty="0"/>
              <a:t>: нейросеть для генерации изображений искусственным интеллектом. – URL: </a:t>
            </a:r>
            <a:r>
              <a:rPr lang="ru-RU" sz="2000" u="sng" dirty="0">
                <a:hlinkClick r:id="rId2"/>
              </a:rPr>
              <a:t>https://leonardo.ai/</a:t>
            </a:r>
            <a:r>
              <a:rPr lang="ru-RU" sz="2000" dirty="0"/>
              <a:t> (дата обращения:</a:t>
            </a:r>
            <a:r>
              <a:rPr lang="ru-RU" sz="2000" b="1" dirty="0"/>
              <a:t> 23.01.2026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Pygame</a:t>
            </a:r>
            <a:r>
              <a:rPr lang="ru-RU" sz="2000" dirty="0"/>
              <a:t>: набор модулей Python для программирования видеоигр: офиц. сайт. – URL: </a:t>
            </a:r>
            <a:r>
              <a:rPr lang="ru-RU" sz="2000" u="sng" dirty="0">
                <a:hlinkClick r:id="rId3"/>
              </a:rPr>
              <a:t>https://www.pygame.org/</a:t>
            </a:r>
            <a:r>
              <a:rPr lang="ru-RU" sz="2000" dirty="0"/>
              <a:t> (дата обращения: </a:t>
            </a:r>
            <a:r>
              <a:rPr lang="ru-RU" sz="2000" b="1" dirty="0"/>
              <a:t>30.09.2025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GigaChat</a:t>
            </a:r>
            <a:r>
              <a:rPr lang="ru-RU" sz="2000" dirty="0"/>
              <a:t>: мультимодальная нейросеть от </a:t>
            </a:r>
            <a:r>
              <a:rPr lang="ru-RU" sz="2000" dirty="0" err="1"/>
              <a:t>Сбера</a:t>
            </a:r>
            <a:r>
              <a:rPr lang="ru-RU" sz="2000" dirty="0"/>
              <a:t>: офиц. сайт. – URL:  </a:t>
            </a:r>
            <a:r>
              <a:rPr lang="ru-RU" sz="2000" u="sng" dirty="0">
                <a:hlinkClick r:id="rId4"/>
              </a:rPr>
              <a:t>https://giga.chat/</a:t>
            </a:r>
            <a:r>
              <a:rPr lang="ru-RU" sz="2000" dirty="0"/>
              <a:t> (дата обращения: </a:t>
            </a:r>
            <a:r>
              <a:rPr lang="ru-RU" sz="2000" b="1" dirty="0"/>
              <a:t>01.02.2026</a:t>
            </a:r>
            <a:r>
              <a:rPr lang="ru-RU" sz="2000" dirty="0"/>
              <a:t>).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165</TotalTime>
  <Words>942</Words>
  <Application>Microsoft Office PowerPoint</Application>
  <PresentationFormat>Широкоэкранный</PresentationFormat>
  <Paragraphs>76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Calibri</vt:lpstr>
      <vt:lpstr>Century Gothic</vt:lpstr>
      <vt:lpstr>Century Gothic (Основной текст)</vt:lpstr>
      <vt:lpstr>Times New Roman</vt:lpstr>
      <vt:lpstr>Wingdings 2</vt:lpstr>
      <vt:lpstr>Цитаты</vt:lpstr>
      <vt:lpstr>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</dc:title>
  <dc:creator>bobtre FreeZoN</dc:creator>
  <cp:lastModifiedBy>bobtre FreeZoN</cp:lastModifiedBy>
  <cp:revision>20</cp:revision>
  <dcterms:created xsi:type="dcterms:W3CDTF">2026-01-10T12:43:09Z</dcterms:created>
  <dcterms:modified xsi:type="dcterms:W3CDTF">2026-02-09T15:48:48Z</dcterms:modified>
</cp:coreProperties>
</file>